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ef231ca1084738" /><Relationship Type="http://schemas.openxmlformats.org/officeDocument/2006/relationships/extended-properties" Target="/docProps/app.xml" Id="Rd2399fc3ebe244e1" /><Relationship Type="http://schemas.openxmlformats.org/officeDocument/2006/relationships/officeDocument" Target="/ppt/presentation.xml" Id="R4d0ddcf958a947b8" /></Relationships>
</file>

<file path=ppt/presentation.xml><?xml version="1.0" encoding="utf-8"?>
<p:presentation xmlns:p="http://schemas.openxmlformats.org/presentationml/2006/main">
  <p:sldMasterIdLst>
    <p:sldMasterId xmlns:r="http://schemas.openxmlformats.org/officeDocument/2006/relationships" id="2147483648" r:id="R8bdb3105858f46b7"/>
  </p:sldMasterIdLst>
  <p:notesMasterIdLst>
    <p:notesMasterId xmlns:r="http://schemas.openxmlformats.org/officeDocument/2006/relationships" r:id="R4433819b857c4a28"/>
  </p:notesMasterIdLst>
  <p:sldIdLst>
    <p:sldId xmlns:r="http://schemas.openxmlformats.org/officeDocument/2006/relationships" id="256" r:id="Re61db12a88c84783"/>
    <p:sldId xmlns:r="http://schemas.openxmlformats.org/officeDocument/2006/relationships" id="257" r:id="R9a6cda89490149cd"/>
    <p:sldId xmlns:r="http://schemas.openxmlformats.org/officeDocument/2006/relationships" id="258" r:id="Red78f5dc50af419f"/>
    <p:sldId xmlns:r="http://schemas.openxmlformats.org/officeDocument/2006/relationships" id="259" r:id="R54b5906082fa40c1"/>
    <p:sldId xmlns:r="http://schemas.openxmlformats.org/officeDocument/2006/relationships" id="260" r:id="R1cfa2cf90a834f01"/>
    <p:sldId xmlns:r="http://schemas.openxmlformats.org/officeDocument/2006/relationships" id="261" r:id="R710d3ec4e35e4c22"/>
    <p:sldId xmlns:r="http://schemas.openxmlformats.org/officeDocument/2006/relationships" id="262" r:id="R9ba2487793c8407d"/>
    <p:sldId xmlns:r="http://schemas.openxmlformats.org/officeDocument/2006/relationships" id="263" r:id="Rdbb072a268684080"/>
    <p:sldId xmlns:r="http://schemas.openxmlformats.org/officeDocument/2006/relationships" id="264" r:id="R6c90382373864041"/>
    <p:sldId xmlns:r="http://schemas.openxmlformats.org/officeDocument/2006/relationships" id="265" r:id="R1f40e946838a43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9188fc335f45c5" /><Relationship Type="http://schemas.openxmlformats.org/officeDocument/2006/relationships/slideMaster" Target="/ppt/slideMasters/slideMaster1.xml" Id="R8bdb3105858f46b7" /><Relationship Type="http://schemas.openxmlformats.org/officeDocument/2006/relationships/notesMaster" Target="/ppt/notesMasters/notesMaster1.xml" Id="R4433819b857c4a28" /><Relationship Type="http://schemas.openxmlformats.org/officeDocument/2006/relationships/presProps" Target="/ppt/presProps.xml" Id="Rc77a8ba311b14e68" /><Relationship Type="http://schemas.openxmlformats.org/officeDocument/2006/relationships/tableStyles" Target="/ppt/tableStyles.xml" Id="R744f426771054a07" /><Relationship Type="http://schemas.openxmlformats.org/officeDocument/2006/relationships/slide" Target="/ppt/slides/slide1.xml" Id="Re61db12a88c84783" /><Relationship Type="http://schemas.openxmlformats.org/officeDocument/2006/relationships/slide" Target="/ppt/slides/slide2.xml" Id="R9a6cda89490149cd" /><Relationship Type="http://schemas.openxmlformats.org/officeDocument/2006/relationships/slide" Target="/ppt/slides/slide3.xml" Id="Red78f5dc50af419f" /><Relationship Type="http://schemas.openxmlformats.org/officeDocument/2006/relationships/slide" Target="/ppt/slides/slide4.xml" Id="R54b5906082fa40c1" /><Relationship Type="http://schemas.openxmlformats.org/officeDocument/2006/relationships/slide" Target="/ppt/slides/slide5.xml" Id="R1cfa2cf90a834f01" /><Relationship Type="http://schemas.openxmlformats.org/officeDocument/2006/relationships/slide" Target="/ppt/slides/slide6.xml" Id="R710d3ec4e35e4c22" /><Relationship Type="http://schemas.openxmlformats.org/officeDocument/2006/relationships/slide" Target="/ppt/slides/slide7.xml" Id="R9ba2487793c8407d" /><Relationship Type="http://schemas.openxmlformats.org/officeDocument/2006/relationships/slide" Target="/ppt/slides/slide8.xml" Id="Rdbb072a268684080" /><Relationship Type="http://schemas.openxmlformats.org/officeDocument/2006/relationships/slide" Target="/ppt/slides/slide9.xml" Id="R6c90382373864041" /><Relationship Type="http://schemas.openxmlformats.org/officeDocument/2006/relationships/slide" Target="/ppt/slides/slide10.xml" Id="R1f40e946838a43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29e75d7d984e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32c7fb7d9645dd" /><Relationship Type="http://schemas.openxmlformats.org/officeDocument/2006/relationships/notesMaster" Target="/ppt/notesMasters/notesMaster1.xml" Id="Rdbdd88c4a49248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b38cabc51a4699" /><Relationship Type="http://schemas.openxmlformats.org/officeDocument/2006/relationships/notesMaster" Target="/ppt/notesMasters/notesMaster1.xml" Id="R74b512dc754b47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d54a8cac064427" /><Relationship Type="http://schemas.openxmlformats.org/officeDocument/2006/relationships/notesMaster" Target="/ppt/notesMasters/notesMaster1.xml" Id="R7601d29f97a442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cdf63e346141c2" /><Relationship Type="http://schemas.openxmlformats.org/officeDocument/2006/relationships/notesMaster" Target="/ppt/notesMasters/notesMaster1.xml" Id="Reab9ad618b1e48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58e61ef1bd4733" /><Relationship Type="http://schemas.openxmlformats.org/officeDocument/2006/relationships/notesMaster" Target="/ppt/notesMasters/notesMaster1.xml" Id="R91c9deaae0f741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5c93bdc49d40c3" /><Relationship Type="http://schemas.openxmlformats.org/officeDocument/2006/relationships/notesMaster" Target="/ppt/notesMasters/notesMaster1.xml" Id="R578296bbbfb24b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31569dccca4dac" /><Relationship Type="http://schemas.openxmlformats.org/officeDocument/2006/relationships/notesMaster" Target="/ppt/notesMasters/notesMaster1.xml" Id="Rf5c7b635e2424e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5913ce09584911" /><Relationship Type="http://schemas.openxmlformats.org/officeDocument/2006/relationships/notesMaster" Target="/ppt/notesMasters/notesMaster1.xml" Id="R95df8423fd434f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a697115bce462d" /><Relationship Type="http://schemas.openxmlformats.org/officeDocument/2006/relationships/notesMaster" Target="/ppt/notesMasters/notesMaster1.xml" Id="Re1652a5f2d1f41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a820caa72d404c" /><Relationship Type="http://schemas.openxmlformats.org/officeDocument/2006/relationships/notesMaster" Target="/ppt/notesMasters/notesMaster1.xml" Id="Rd86ffad1db144a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Abra con el propósito central: presentar una manera distinta de gestionar LLM. En lugar de depender siempre de un modelo elegido por un servicio en la nube, la persona puede revisar una biblioteca, escoger un modelo compatible, descargarlo, ejecutarlo y decidir si lo conserva. Esa autonomía trae responsabilidades sobre almacenamiento, versión, actualizaciones y seguridad. Cuando la inferencia funciona en modo avión, esa ejecución no necesita enviar la consigna a la nube. Esto no implica privacidad total ni capacidad equivalente a modelos grandes.</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Distinga dos elementos que suelen confundirse. AI Edge Gallery o Liquid Apollo funcionan como interfaz, catálogo y entorno de ejecución. El LLM es un archivo específico, con nombre, versión, tamaño y capacidades. Muestre dónde se revisan modelos descargados, cómo se selecciona uno y dónde se elimina para recuperar espacio. AI Edge Gallery y Liquid Apollo permiten gestionar modelos locales en dispositivos compatibles. Todo detalle técnico conserva `[VERIFICAR SEPTIEMBRE]`. Durante la sesión no se descargarán archivos grandes.</a:t>
            </a:r>
          </a:p>
          <a:p xmlns:a="http://schemas.openxmlformats.org/drawingml/2006/main">
            <a:r>
              <a:t/>
            </a:r>
          </a:p>
          <a:p xmlns:a="http://schemas.openxmlformats.org/drawingml/2006/main">
            <a:r>
              <a:t>[Sources]</a:t>
            </a:r>
          </a:p>
          <a:p xmlns:a="http://schemas.openxmlformats.org/drawingml/2006/main">
            <a:r>
              <a:t>Google AI Edge, repositorio oficial Gallery (consulta 28 ago 2026): https://github.com/google-ai-edge/gallery/ · Liquid AI, *Liquid Apollo* y anuncio LEAP (consulta 28 ago 2026): https://www.liquid.ai/apollo · https://www.liquid.ai/blog/liquid-ai-launches-leap-and-apollo-bringing-edge-ai-to-every-developer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de ejecutar, complete una ficha mínima: tarea prevista, nombre y versión del modelo, tamaño aproximado, compatibilidad con el teléfono y espacio disponible. Un modelo descargado ocupa almacenamiento aunque no se use. Varios modelos permiten experimentar, pero también complican actualizaciones y selección. Explique que “más grande” no significa mejor para cualquier tarea y que la prueba será empírica. Defina desde el inicio el criterio para conservarlo: debe ejecutar la tarea, respetar el nivel y funcionar razonablemente en ese equipo.</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Seleccione un modelo ya descargado y nombre versión y tamaño visibles. Use PR-07 en modo avión y conserve la salida sin editar. Restablezca la conexión y repita la misma consigna en la nube. Registre cumplimiento, calidad lingüística, tiempo y dependencia de red. Si el modelo local es suficiente, anote para qué tarea; si falla, decida si la causa probable exige una instrucción más corta, otro modelo o abandonar esa opción. El resultado pertenece a esa combinación de dispositivo, modelo, versión y consigna.</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Fije PR-07. Cada persona identifica nombre, versión y tamaño aproximado del modelo descargado. Luego activa modo avión, ejecuta, vuelve a conectarse y compara con la nube. Quien no tiene instalación usa el respaldo y analiza una ficha ficticia de modelo. Nadie descarga archivos ahora. El producto incluye ambas salidas, criterio de elección y decisión de gestión: conservar, probar otro modelo o eliminarlo para liberar espacio. Dé avisos a los seis, tres y un minuto.</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 una pauta de administración. No acumule modelos solo porque están disponibles. Registre si cumple la tarea, qué calidad produce, cuánto tarda, cuánto espacio ocupa, si permanece estable y si realmente trabaja sin conexión. Un modelo puede conservarse para tareas cortas, eliminarse por bajo rendimiento o sustituirse por otro más pequeño. Si el teléfono se calienta, cierra la aplicación o tarda demasiado, esa evidencia debe influir en la decisión. La biblioteca local debe responder a usos definidos, no convertirse en colección sin propósito.</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Proponga un inventario sencillo: nombre, versión, fecha de descarga o prueba, tarea prevista, tamaño y decisión. La aplicación puede ofrecer versiones nuevas; actualizar exige otra descarga y una nueva prueba, porque el comportamiento puede cambiar. Eliminar un modelo no borra la aplicación, pero libera su archivo local. “Sin costo por consulta” no significa costo cero: existen almacenamiento, energía, descarga y mantenimiento. Liquid informa modelos LEAP desde aproximadamente 300 MB; este dato y los requisitos deben verificarse en septiembre.</a:t>
            </a:r>
          </a:p>
          <a:p xmlns:a="http://schemas.openxmlformats.org/drawingml/2006/main">
            <a:r>
              <a:t/>
            </a:r>
          </a:p>
          <a:p xmlns:a="http://schemas.openxmlformats.org/drawingml/2006/main">
            <a:r>
              <a:t>[Sources]</a:t>
            </a:r>
          </a:p>
          <a:p xmlns:a="http://schemas.openxmlformats.org/drawingml/2006/main">
            <a:r>
              <a:t>Liquid AI, anuncio LEAP y Apollo (15 jul 2025; consulta 28 ago 2026): https://www.liquid.ai/blog/liquid-ai-launches-leap-and-apollo-bringing-edge-ai-to-every-developer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Corrija la conclusión excesiva “es totalmente privado”. La prueba permite afirmar que esa inferencia se completó sin conexión. No demuestra qué ocurre al reconectar, qué registros guarda la aplicación ni si el sistema operativo o copias de seguridad sincronizan archivos. Mantenga bloqueo del dispositivo, actualizaciones, revisión de permisos y control de modelos descargados. Incluso con ejecución local, siga usando material sintético durante el taller. Cualquier uso institucional con datos sensibles requiere validación técnica y jurídica.</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LESCO, un modelo textual puede apoyar planificación y materiales en español, pero no producir ni evaluar configuración manual, movimiento, ubicación, orientación, componentes no manuales o uso del espacio. Toda afirmación lingüística requiere revisión humana especializada. Para portugués, especifique variedad y compruebe falsos amigos. Para francés, controle registro, `tu` y `vous`, género y preposiciones. No suponga que la calidad es menor que en inglés; pruébela con tareas equivalentes y documente resultados.</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volviendo a la autonomía. Las personas no quedan limitadas a aceptar el modelo que una plataforma en la nube active por defecto. Pueden escoger un modelo local para una tarea, documentar la versión, probarlo y administrar su permanencia en el teléfono. Esa opción exige criterio, espacio, actualizaciones y verificación. No convierte lo local en automáticamente responsable ni lo cloud en automáticamente inapropiado. Pida el microentregable PR-07 y anuncie que instalación, modelos, pesos y requisitos se verificarán en septiembre.</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ff78ad768744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0851b6cc974085" /><Relationship Type="http://schemas.openxmlformats.org/officeDocument/2006/relationships/slideLayout" Target="/ppt/slideLayouts/slideLayout1.xml" Id="Ra600b102e5b54a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00b102e5b54a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1cfdb018dd4eb1" /><Relationship Type="http://schemas.openxmlformats.org/officeDocument/2006/relationships/notesSlide" Target="/ppt/notesSlides/notesSlide1.xml" Id="Rcf60be893d4c4f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76b1eee59145bf" /><Relationship Type="http://schemas.openxmlformats.org/officeDocument/2006/relationships/notesSlide" Target="/ppt/notesSlides/notesSlide2.xml" Id="R6d914f098aea43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ec4eea0b52411d" /><Relationship Type="http://schemas.openxmlformats.org/officeDocument/2006/relationships/notesSlide" Target="/ppt/notesSlides/notesSlide3.xml" Id="R72ed5a94ea9644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56ab33ce6449de" /><Relationship Type="http://schemas.openxmlformats.org/officeDocument/2006/relationships/notesSlide" Target="/ppt/notesSlides/notesSlide4.xml" Id="Rf6cc1a1e49ec41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11c14c69ae04efe" /><Relationship Type="http://schemas.openxmlformats.org/officeDocument/2006/relationships/notesSlide" Target="/ppt/notesSlides/notesSlide5.xml" Id="Rd08abda2d80348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a778d3ab16444b0" /><Relationship Type="http://schemas.openxmlformats.org/officeDocument/2006/relationships/notesSlide" Target="/ppt/notesSlides/notesSlide6.xml" Id="Ree0dbaea764f43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4263abd79042eb" /><Relationship Type="http://schemas.openxmlformats.org/officeDocument/2006/relationships/notesSlide" Target="/ppt/notesSlides/notesSlide7.xml" Id="R936582d8dc2c42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38719f8b744199" /><Relationship Type="http://schemas.openxmlformats.org/officeDocument/2006/relationships/notesSlide" Target="/ppt/notesSlides/notesSlide8.xml" Id="R1b018dbe6872470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6f07fe03ec472f" /><Relationship Type="http://schemas.openxmlformats.org/officeDocument/2006/relationships/notesSlide" Target="/ppt/notesSlides/notesSlide9.xml" Id="R2d949ee57e314e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37d492478a245a5" /><Relationship Type="http://schemas.openxmlformats.org/officeDocument/2006/relationships/notesSlide" Target="/ppt/notesSlides/notesSlide10.xml" Id="R35ef37076e3249ce" /></Relationships>
</file>

<file path=ppt/slides/slide1.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56A880-77B6-40AF-AFF8-0028DDDC5D25}"/>
              </a:ext>
            </a:extLst>
          </p:cNvPr>
          <p:cNvSpPr>
            <a:spLocks xmlns:a="http://schemas.openxmlformats.org/drawingml/2006/main" noGrp="1"/>
          </p:cNvSpPr>
          <p:nvPr/>
        </p:nvSpPr>
        <p:spPr>
          <a:xfrm xmlns:a="http://schemas.openxmlformats.org/drawingml/2006/main">
            <a:off x="723900" y="819150"/>
            <a:ext cx="95250" cy="48577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ADCBBC96-B7CE-4D57-9969-F6DE287E1FAB}"/>
              </a:ext>
            </a:extLst>
          </p:cNvPr>
          <p:cNvSpPr>
            <a:spLocks xmlns:a="http://schemas.openxmlformats.org/drawingml/2006/main" noGrp="1"/>
          </p:cNvSpPr>
          <p:nvPr/>
        </p:nvSpPr>
        <p:spPr>
          <a:xfrm xmlns:a="http://schemas.openxmlformats.org/drawingml/2006/main">
            <a:off x="1143000" y="1428750"/>
            <a:ext cx="9525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050" b="1">
                <a:solidFill>
                  <a:srgbClr val="FFFFFF"/>
                </a:solidFill>
              </a:defRPr>
            </a:pPr>
            <a:r>
              <a:rPr sz="4050" b="1">
                <a:solidFill>
                  <a:srgbClr val="FFFFFF"/>
                </a:solidFill>
              </a:rPr>
              <a:t>Seleccione · descargue · ejecute · compare · conserve o elimine</a:t>
            </a:r>
          </a:p>
        </p:txBody>
      </p:sp>
      <p:sp>
        <p:nvSpPr>
          <p:cNvPr id="3" name="subtitle">
            <a:extLst xmlns:a="http://schemas.openxmlformats.org/drawingml/2006/main">
              <a:ext uri="{FF2B5EF4-FFF2-40B4-BE49-F238E27FC236}">
                <a16:creationId xmlns:a16="http://schemas.microsoft.com/office/drawing/2014/main" id="{96C74279-43AD-4EE3-AA66-C935FEE095B9}"/>
              </a:ext>
            </a:extLst>
          </p:cNvPr>
          <p:cNvSpPr>
            <a:spLocks xmlns:a="http://schemas.openxmlformats.org/drawingml/2006/main" noGrp="1"/>
          </p:cNvSpPr>
          <p:nvPr/>
        </p:nvSpPr>
        <p:spPr>
          <a:xfrm xmlns:a="http://schemas.openxmlformats.org/drawingml/2006/main">
            <a:off x="1143000" y="352425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r>
              <a:t/>
            </a:r>
          </a:p>
        </p:txBody>
      </p:sp>
      <p:sp>
        <p:nvSpPr>
          <p:cNvPr id="4" name="footer">
            <a:extLst xmlns:a="http://schemas.openxmlformats.org/drawingml/2006/main">
              <a:ext uri="{FF2B5EF4-FFF2-40B4-BE49-F238E27FC236}">
                <a16:creationId xmlns:a16="http://schemas.microsoft.com/office/drawing/2014/main" id="{566BFC0C-9C38-4655-82EC-C644993D8BD2}"/>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5" name="number">
            <a:extLst xmlns:a="http://schemas.openxmlformats.org/drawingml/2006/main">
              <a:ext uri="{FF2B5EF4-FFF2-40B4-BE49-F238E27FC236}">
                <a16:creationId xmlns:a16="http://schemas.microsoft.com/office/drawing/2014/main" id="{10BC2C32-576D-4007-879A-28A167B30DE3}"/>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01</a:t>
            </a:r>
          </a:p>
        </p:txBody>
      </p:sp>
    </p:spTree>
    <p:extLst>
      <p:ext uri="{BB962C8B-B14F-4D97-AF65-F5344CB8AC3E}">
        <p14:creationId xmlns:p14="http://schemas.microsoft.com/office/powerpoint/2010/main" val="997922026"/>
      </p:ext>
    </p:extLst>
  </p:cSld>
</p:sld>
</file>

<file path=ppt/slides/slide2.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E94D0B75-0F17-4444-A0AE-DE022CD59FB4}"/>
              </a:ext>
            </a:extLst>
          </p:cNvPr>
          <p:cNvSpPr>
            <a:spLocks xmlns:a="http://schemas.openxmlformats.org/drawingml/2006/main" noGrp="1"/>
          </p:cNvSpPr>
          <p:nvPr/>
        </p:nvSpPr>
        <p:spPr>
          <a:xfrm xmlns:a="http://schemas.openxmlformats.org/drawingml/2006/main">
            <a:off x="723900" y="4572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FB98F"/>
                </a:solidFill>
              </a:defRPr>
            </a:pPr>
            <a:r>
              <a:rPr sz="1200" b="1">
                <a:solidFill>
                  <a:srgbClr val="6FB98F"/>
                </a:solidFill>
              </a:rPr>
              <a:t>BLOQUE 4 · 2:00</a:t>
            </a:r>
          </a:p>
        </p:txBody>
      </p:sp>
      <p:sp>
        <p:nvSpPr>
          <p:cNvPr id="2" name="title">
            <a:extLst xmlns:a="http://schemas.openxmlformats.org/drawingml/2006/main">
              <a:ext uri="{FF2B5EF4-FFF2-40B4-BE49-F238E27FC236}">
                <a16:creationId xmlns:a16="http://schemas.microsoft.com/office/drawing/2014/main" id="{6C9E1AEC-021F-4392-964E-EAC352D0679D}"/>
              </a:ext>
            </a:extLst>
          </p:cNvPr>
          <p:cNvSpPr>
            <a:spLocks xmlns:a="http://schemas.openxmlformats.org/drawingml/2006/main" noGrp="1"/>
          </p:cNvSpPr>
          <p:nvPr/>
        </p:nvSpPr>
        <p:spPr>
          <a:xfrm xmlns:a="http://schemas.openxmlformats.org/drawingml/2006/main">
            <a:off x="723900" y="10001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La aplicación administra; el modelo responde</a:t>
            </a:r>
          </a:p>
        </p:txBody>
      </p:sp>
      <p:sp>
        <p:nvSpPr>
          <p:cNvPr id="3" name="">
            <a:extLst xmlns:a="http://schemas.openxmlformats.org/drawingml/2006/main">
              <a:ext uri="{FF2B5EF4-FFF2-40B4-BE49-F238E27FC236}">
                <a16:creationId xmlns:a16="http://schemas.microsoft.com/office/drawing/2014/main" id="{99039010-BFAA-431C-8F9D-0EF3619CFC0E}"/>
              </a:ext>
            </a:extLst>
          </p:cNvPr>
          <p:cNvSpPr>
            <a:spLocks xmlns:a="http://schemas.openxmlformats.org/drawingml/2006/main" noGrp="1"/>
          </p:cNvSpPr>
          <p:nvPr/>
        </p:nvSpPr>
        <p:spPr>
          <a:xfrm xmlns:a="http://schemas.openxmlformats.org/drawingml/2006/main">
            <a:off x="723900" y="2000250"/>
            <a:ext cx="1428750" cy="571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4" name="body">
            <a:extLst xmlns:a="http://schemas.openxmlformats.org/drawingml/2006/main">
              <a:ext uri="{FF2B5EF4-FFF2-40B4-BE49-F238E27FC236}">
                <a16:creationId xmlns:a16="http://schemas.microsoft.com/office/drawing/2014/main" id="{A802A055-DDAB-4936-A11E-336947DE0589}"/>
              </a:ext>
            </a:extLst>
          </p:cNvPr>
          <p:cNvSpPr>
            <a:spLocks xmlns:a="http://schemas.openxmlformats.org/drawingml/2006/main" noGrp="1"/>
          </p:cNvSpPr>
          <p:nvPr/>
        </p:nvSpPr>
        <p:spPr>
          <a:xfrm xmlns:a="http://schemas.openxmlformats.org/drawingml/2006/main">
            <a:off x="723900" y="238125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0">
                <a:solidFill>
                  <a:srgbClr val="FFFFFF"/>
                </a:solidFill>
              </a:defRPr>
            </a:pPr>
            <a:r>
              <a:rPr sz="2475" b="0">
                <a:solidFill>
                  <a:srgbClr val="FFFFFF"/>
                </a:solidFill>
              </a:rPr>
              <a:t>Catálogo · descarga · versión · almacenamiento · carga · conversación local</a:t>
            </a:r>
          </a:p>
        </p:txBody>
      </p:sp>
      <p:sp>
        <p:nvSpPr>
          <p:cNvPr id="5" name="footer">
            <a:extLst xmlns:a="http://schemas.openxmlformats.org/drawingml/2006/main">
              <a:ext uri="{FF2B5EF4-FFF2-40B4-BE49-F238E27FC236}">
                <a16:creationId xmlns:a16="http://schemas.microsoft.com/office/drawing/2014/main" id="{88814C43-81DD-4225-AF71-1551B2096C20}"/>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E525BC60-C0B6-4955-B426-8F4542BADF4E}"/>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02</a:t>
            </a:r>
          </a:p>
        </p:txBody>
      </p:sp>
    </p:spTree>
    <p:extLst>
      <p:ext uri="{BB962C8B-B14F-4D97-AF65-F5344CB8AC3E}">
        <p14:creationId xmlns:p14="http://schemas.microsoft.com/office/powerpoint/2010/main" val="905024413"/>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AF3DF8-529C-4808-A611-ED751A816EF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461E1DC3-629E-41C8-9620-5ADB24023AE1}"/>
              </a:ext>
            </a:extLst>
          </p:cNvPr>
          <p:cNvSpPr>
            <a:spLocks xmlns:a="http://schemas.openxmlformats.org/drawingml/2006/main" noGrp="1"/>
          </p:cNvSpPr>
          <p:nvPr/>
        </p:nvSpPr>
        <p:spPr>
          <a:xfrm xmlns:a="http://schemas.openxmlformats.org/drawingml/2006/main">
            <a:off x="723900" y="4953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4 · 4:00</a:t>
            </a:r>
          </a:p>
        </p:txBody>
      </p:sp>
      <p:sp>
        <p:nvSpPr>
          <p:cNvPr id="3" name="title">
            <a:extLst xmlns:a="http://schemas.openxmlformats.org/drawingml/2006/main">
              <a:ext uri="{FF2B5EF4-FFF2-40B4-BE49-F238E27FC236}">
                <a16:creationId xmlns:a16="http://schemas.microsoft.com/office/drawing/2014/main" id="{9544376F-AD56-41E2-AA67-2789DEAFC721}"/>
              </a:ext>
            </a:extLst>
          </p:cNvPr>
          <p:cNvSpPr>
            <a:spLocks xmlns:a="http://schemas.openxmlformats.org/drawingml/2006/main" noGrp="1"/>
          </p:cNvSpPr>
          <p:nvPr/>
        </p:nvSpPr>
        <p:spPr>
          <a:xfrm xmlns:a="http://schemas.openxmlformats.org/drawingml/2006/main">
            <a:off x="723900" y="1000125"/>
            <a:ext cx="723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Antes de conversar, gestione cinco decisiones</a:t>
            </a:r>
          </a:p>
        </p:txBody>
      </p:sp>
      <p:sp>
        <p:nvSpPr>
          <p:cNvPr id="4" name="body">
            <a:extLst xmlns:a="http://schemas.openxmlformats.org/drawingml/2006/main">
              <a:ext uri="{FF2B5EF4-FFF2-40B4-BE49-F238E27FC236}">
                <a16:creationId xmlns:a16="http://schemas.microsoft.com/office/drawing/2014/main" id="{2F926AB1-6C9F-4124-B36B-8B9F0173BF79}"/>
              </a:ext>
            </a:extLst>
          </p:cNvPr>
          <p:cNvSpPr>
            <a:spLocks xmlns:a="http://schemas.openxmlformats.org/drawingml/2006/main" noGrp="1"/>
          </p:cNvSpPr>
          <p:nvPr/>
        </p:nvSpPr>
        <p:spPr>
          <a:xfrm xmlns:a="http://schemas.openxmlformats.org/drawingml/2006/main">
            <a:off x="4000500" y="2381250"/>
            <a:ext cx="7143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Tarea · modelo y versión · tamaño · compatibilidad · espacio disponible</a:t>
            </a:r>
          </a:p>
        </p:txBody>
      </p:sp>
      <p:sp>
        <p:nvSpPr>
          <p:cNvPr id="5" name="">
            <a:extLst xmlns:a="http://schemas.openxmlformats.org/drawingml/2006/main">
              <a:ext uri="{FF2B5EF4-FFF2-40B4-BE49-F238E27FC236}">
                <a16:creationId xmlns:a16="http://schemas.microsoft.com/office/drawing/2014/main" id="{7321C7F1-047E-4F55-A673-0862CFFAFB34}"/>
              </a:ext>
            </a:extLst>
          </p:cNvPr>
          <p:cNvSpPr>
            <a:spLocks xmlns:a="http://schemas.openxmlformats.org/drawingml/2006/main" noGrp="1"/>
          </p:cNvSpPr>
          <p:nvPr/>
        </p:nvSpPr>
        <p:spPr>
          <a:xfrm xmlns:a="http://schemas.openxmlformats.org/drawingml/2006/main">
            <a:off x="723900" y="2381250"/>
            <a:ext cx="2667000" cy="266700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1BE61CF-B8DB-4AFC-8AF3-9A37B5E1104D}"/>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7" name="number">
            <a:extLst xmlns:a="http://schemas.openxmlformats.org/drawingml/2006/main">
              <a:ext uri="{FF2B5EF4-FFF2-40B4-BE49-F238E27FC236}">
                <a16:creationId xmlns:a16="http://schemas.microsoft.com/office/drawing/2014/main" id="{104D627B-CB86-4DAD-B60F-078D52D8B05E}"/>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03</a:t>
            </a:r>
          </a:p>
        </p:txBody>
      </p:sp>
    </p:spTree>
    <p:extLst>
      <p:ext uri="{BB962C8B-B14F-4D97-AF65-F5344CB8AC3E}">
        <p14:creationId xmlns:p14="http://schemas.microsoft.com/office/powerpoint/2010/main" val="1937689851"/>
      </p:ext>
    </p:extLst>
  </p:cSld>
</p:sld>
</file>

<file path=ppt/slides/slide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3303D1-42E6-4AF1-8B12-3E3C1D70CCF9}"/>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D93B2B7D-4E0B-4444-A2C9-B5E81FC0280A}"/>
              </a:ext>
            </a:extLst>
          </p:cNvPr>
          <p:cNvSpPr>
            <a:spLocks xmlns:a="http://schemas.openxmlformats.org/drawingml/2006/main" noGrp="1"/>
          </p:cNvSpPr>
          <p:nvPr/>
        </p:nvSpPr>
        <p:spPr>
          <a:xfrm xmlns:a="http://schemas.openxmlformats.org/drawingml/2006/main">
            <a:off x="723900" y="495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4 · 7:00</a:t>
            </a:r>
          </a:p>
        </p:txBody>
      </p:sp>
      <p:sp>
        <p:nvSpPr>
          <p:cNvPr id="3" name="title">
            <a:extLst xmlns:a="http://schemas.openxmlformats.org/drawingml/2006/main">
              <a:ext uri="{FF2B5EF4-FFF2-40B4-BE49-F238E27FC236}">
                <a16:creationId xmlns:a16="http://schemas.microsoft.com/office/drawing/2014/main" id="{BF646B16-4907-47A6-B503-E437DBFE7701}"/>
              </a:ext>
            </a:extLst>
          </p:cNvPr>
          <p:cNvSpPr>
            <a:spLocks xmlns:a="http://schemas.openxmlformats.org/drawingml/2006/main" noGrp="1"/>
          </p:cNvSpPr>
          <p:nvPr/>
        </p:nvSpPr>
        <p:spPr>
          <a:xfrm xmlns:a="http://schemas.openxmlformats.org/drawingml/2006/main">
            <a:off x="723900" y="95250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Demostración: gestione y pruebe el mismo encargo</a:t>
            </a:r>
          </a:p>
        </p:txBody>
      </p:sp>
      <p:sp>
        <p:nvSpPr>
          <p:cNvPr id="4" name="body">
            <a:extLst xmlns:a="http://schemas.openxmlformats.org/drawingml/2006/main">
              <a:ext uri="{FF2B5EF4-FFF2-40B4-BE49-F238E27FC236}">
                <a16:creationId xmlns:a16="http://schemas.microsoft.com/office/drawing/2014/main" id="{CB861D93-71D8-4548-9EA3-76911401E239}"/>
              </a:ext>
            </a:extLst>
          </p:cNvPr>
          <p:cNvSpPr>
            <a:spLocks xmlns:a="http://schemas.openxmlformats.org/drawingml/2006/main" noGrp="1"/>
          </p:cNvSpPr>
          <p:nvPr/>
        </p:nvSpPr>
        <p:spPr>
          <a:xfrm xmlns:a="http://schemas.openxmlformats.org/drawingml/2006/main">
            <a:off x="723900" y="2238375"/>
            <a:ext cx="1028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Seleccione el modelo · active modo avión · ejecute · registre · compare con nube</a:t>
            </a:r>
          </a:p>
        </p:txBody>
      </p:sp>
      <p:sp>
        <p:nvSpPr>
          <p:cNvPr id="5" name="footer">
            <a:extLst xmlns:a="http://schemas.openxmlformats.org/drawingml/2006/main">
              <a:ext uri="{FF2B5EF4-FFF2-40B4-BE49-F238E27FC236}">
                <a16:creationId xmlns:a16="http://schemas.microsoft.com/office/drawing/2014/main" id="{0956A453-D50C-4BE5-9921-11419F2502B7}"/>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641FD5AB-18D7-47CC-B9BE-94005DE7ECA5}"/>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04</a:t>
            </a:r>
          </a:p>
        </p:txBody>
      </p:sp>
    </p:spTree>
    <p:extLst>
      <p:ext uri="{BB962C8B-B14F-4D97-AF65-F5344CB8AC3E}">
        <p14:creationId xmlns:p14="http://schemas.microsoft.com/office/powerpoint/2010/main" val="1917586280"/>
      </p:ext>
    </p:extLst>
  </p:cSld>
</p:sld>
</file>

<file path=ppt/slides/slide5.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FCF15498-2045-451C-AAFF-E4939AC89CA2}"/>
              </a:ext>
            </a:extLst>
          </p:cNvPr>
          <p:cNvSpPr>
            <a:spLocks xmlns:a="http://schemas.openxmlformats.org/drawingml/2006/main" noGrp="1"/>
          </p:cNvSpPr>
          <p:nvPr/>
        </p:nvSpPr>
        <p:spPr>
          <a:xfrm xmlns:a="http://schemas.openxmlformats.org/drawingml/2006/main">
            <a:off x="723900" y="4572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FB98F"/>
                </a:solidFill>
              </a:defRPr>
            </a:pPr>
            <a:r>
              <a:rPr sz="1200" b="1">
                <a:solidFill>
                  <a:srgbClr val="6FB98F"/>
                </a:solidFill>
              </a:rPr>
              <a:t>BLOQUE 4 · 10:00</a:t>
            </a:r>
          </a:p>
        </p:txBody>
      </p:sp>
      <p:sp>
        <p:nvSpPr>
          <p:cNvPr id="2" name="title">
            <a:extLst xmlns:a="http://schemas.openxmlformats.org/drawingml/2006/main">
              <a:ext uri="{FF2B5EF4-FFF2-40B4-BE49-F238E27FC236}">
                <a16:creationId xmlns:a16="http://schemas.microsoft.com/office/drawing/2014/main" id="{B51EF21F-3969-4EB2-8415-F17B4C7CDB9E}"/>
              </a:ext>
            </a:extLst>
          </p:cNvPr>
          <p:cNvSpPr>
            <a:spLocks xmlns:a="http://schemas.openxmlformats.org/drawingml/2006/main" noGrp="1"/>
          </p:cNvSpPr>
          <p:nvPr/>
        </p:nvSpPr>
        <p:spPr>
          <a:xfrm xmlns:a="http://schemas.openxmlformats.org/drawingml/2006/main">
            <a:off x="723900" y="10001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PR-07 · Ejecute o use el respaldo</a:t>
            </a:r>
          </a:p>
        </p:txBody>
      </p:sp>
      <p:sp>
        <p:nvSpPr>
          <p:cNvPr id="3" name="">
            <a:extLst xmlns:a="http://schemas.openxmlformats.org/drawingml/2006/main">
              <a:ext uri="{FF2B5EF4-FFF2-40B4-BE49-F238E27FC236}">
                <a16:creationId xmlns:a16="http://schemas.microsoft.com/office/drawing/2014/main" id="{6D5214E7-AC36-4625-9DEB-45FA44C158CE}"/>
              </a:ext>
            </a:extLst>
          </p:cNvPr>
          <p:cNvSpPr>
            <a:spLocks xmlns:a="http://schemas.openxmlformats.org/drawingml/2006/main" noGrp="1"/>
          </p:cNvSpPr>
          <p:nvPr/>
        </p:nvSpPr>
        <p:spPr>
          <a:xfrm xmlns:a="http://schemas.openxmlformats.org/drawingml/2006/main">
            <a:off x="723900" y="2000250"/>
            <a:ext cx="1428750" cy="571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4" name="body">
            <a:extLst xmlns:a="http://schemas.openxmlformats.org/drawingml/2006/main">
              <a:ext uri="{FF2B5EF4-FFF2-40B4-BE49-F238E27FC236}">
                <a16:creationId xmlns:a16="http://schemas.microsoft.com/office/drawing/2014/main" id="{5C6BDF98-9720-4A3B-8690-172665F0A5C0}"/>
              </a:ext>
            </a:extLst>
          </p:cNvPr>
          <p:cNvSpPr>
            <a:spLocks xmlns:a="http://schemas.openxmlformats.org/drawingml/2006/main" noGrp="1"/>
          </p:cNvSpPr>
          <p:nvPr/>
        </p:nvSpPr>
        <p:spPr>
          <a:xfrm xmlns:a="http://schemas.openxmlformats.org/drawingml/2006/main">
            <a:off x="723900" y="238125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0">
                <a:solidFill>
                  <a:srgbClr val="FFFFFF"/>
                </a:solidFill>
              </a:defRPr>
            </a:pPr>
            <a:r>
              <a:rPr sz="2475" b="0">
                <a:solidFill>
                  <a:srgbClr val="FFFFFF"/>
                </a:solidFill>
              </a:rPr>
              <a:t>12 minutos · identifique el modelo · modo avión · compare · decida cómo administrarlo</a:t>
            </a:r>
          </a:p>
        </p:txBody>
      </p:sp>
      <p:sp>
        <p:nvSpPr>
          <p:cNvPr id="5" name="footer">
            <a:extLst xmlns:a="http://schemas.openxmlformats.org/drawingml/2006/main">
              <a:ext uri="{FF2B5EF4-FFF2-40B4-BE49-F238E27FC236}">
                <a16:creationId xmlns:a16="http://schemas.microsoft.com/office/drawing/2014/main" id="{E7E55E39-548B-4CF7-9F12-9232038DE3AE}"/>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9E68BAE6-3C2A-4D11-BBDF-48BF1114C7C7}"/>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05</a:t>
            </a:r>
          </a:p>
        </p:txBody>
      </p:sp>
    </p:spTree>
    <p:extLst>
      <p:ext uri="{BB962C8B-B14F-4D97-AF65-F5344CB8AC3E}">
        <p14:creationId xmlns:p14="http://schemas.microsoft.com/office/powerpoint/2010/main" val="125384716"/>
      </p:ext>
    </p:extLst>
  </p:cSld>
</p:sld>
</file>

<file path=ppt/slides/slide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37EA2E-6523-49C5-931B-B350E835B0C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F03E9185-DF6E-41FB-A56D-424725A1C2D7}"/>
              </a:ext>
            </a:extLst>
          </p:cNvPr>
          <p:cNvSpPr>
            <a:spLocks xmlns:a="http://schemas.openxmlformats.org/drawingml/2006/main" noGrp="1"/>
          </p:cNvSpPr>
          <p:nvPr/>
        </p:nvSpPr>
        <p:spPr>
          <a:xfrm xmlns:a="http://schemas.openxmlformats.org/drawingml/2006/main">
            <a:off x="723900" y="4953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4 · 22:00</a:t>
            </a:r>
          </a:p>
        </p:txBody>
      </p:sp>
      <p:sp>
        <p:nvSpPr>
          <p:cNvPr id="3" name="title">
            <a:extLst xmlns:a="http://schemas.openxmlformats.org/drawingml/2006/main">
              <a:ext uri="{FF2B5EF4-FFF2-40B4-BE49-F238E27FC236}">
                <a16:creationId xmlns:a16="http://schemas.microsoft.com/office/drawing/2014/main" id="{1833067D-2BBD-435C-9F36-C46882D4B7B6}"/>
              </a:ext>
            </a:extLst>
          </p:cNvPr>
          <p:cNvSpPr>
            <a:spLocks xmlns:a="http://schemas.openxmlformats.org/drawingml/2006/main" noGrp="1"/>
          </p:cNvSpPr>
          <p:nvPr/>
        </p:nvSpPr>
        <p:spPr>
          <a:xfrm xmlns:a="http://schemas.openxmlformats.org/drawingml/2006/main">
            <a:off x="723900" y="1000125"/>
            <a:ext cx="723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Compare antes de ampliar su biblioteca</a:t>
            </a:r>
          </a:p>
        </p:txBody>
      </p:sp>
      <p:sp>
        <p:nvSpPr>
          <p:cNvPr id="4" name="body">
            <a:extLst xmlns:a="http://schemas.openxmlformats.org/drawingml/2006/main">
              <a:ext uri="{FF2B5EF4-FFF2-40B4-BE49-F238E27FC236}">
                <a16:creationId xmlns:a16="http://schemas.microsoft.com/office/drawing/2014/main" id="{5508C70E-A67F-4FFE-A31E-86B3232F8809}"/>
              </a:ext>
            </a:extLst>
          </p:cNvPr>
          <p:cNvSpPr>
            <a:spLocks xmlns:a="http://schemas.openxmlformats.org/drawingml/2006/main" noGrp="1"/>
          </p:cNvSpPr>
          <p:nvPr/>
        </p:nvSpPr>
        <p:spPr>
          <a:xfrm xmlns:a="http://schemas.openxmlformats.org/drawingml/2006/main">
            <a:off x="4000500" y="2381250"/>
            <a:ext cx="7143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Cumplimiento · calidad · velocidad · almacenamiento · estabilidad · trabajo sin conexión</a:t>
            </a:r>
          </a:p>
        </p:txBody>
      </p:sp>
      <p:sp>
        <p:nvSpPr>
          <p:cNvPr id="5" name="">
            <a:extLst xmlns:a="http://schemas.openxmlformats.org/drawingml/2006/main">
              <a:ext uri="{FF2B5EF4-FFF2-40B4-BE49-F238E27FC236}">
                <a16:creationId xmlns:a16="http://schemas.microsoft.com/office/drawing/2014/main" id="{34B8DFC4-EDCA-4385-B2A7-7F2801C48298}"/>
              </a:ext>
            </a:extLst>
          </p:cNvPr>
          <p:cNvSpPr>
            <a:spLocks xmlns:a="http://schemas.openxmlformats.org/drawingml/2006/main" noGrp="1"/>
          </p:cNvSpPr>
          <p:nvPr/>
        </p:nvSpPr>
        <p:spPr>
          <a:xfrm xmlns:a="http://schemas.openxmlformats.org/drawingml/2006/main">
            <a:off x="723900" y="2381250"/>
            <a:ext cx="2667000" cy="266700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4874A47F-DD19-4622-A453-C17B28D7D0AF}"/>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7" name="number">
            <a:extLst xmlns:a="http://schemas.openxmlformats.org/drawingml/2006/main">
              <a:ext uri="{FF2B5EF4-FFF2-40B4-BE49-F238E27FC236}">
                <a16:creationId xmlns:a16="http://schemas.microsoft.com/office/drawing/2014/main" id="{F02B5A23-BF67-409D-A838-7437E41CC3C8}"/>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06</a:t>
            </a:r>
          </a:p>
        </p:txBody>
      </p:sp>
    </p:spTree>
    <p:extLst>
      <p:ext uri="{BB962C8B-B14F-4D97-AF65-F5344CB8AC3E}">
        <p14:creationId xmlns:p14="http://schemas.microsoft.com/office/powerpoint/2010/main" val="1706154272"/>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03A2CB-2047-429A-8E04-B81C4C2C941D}"/>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3036F793-EB73-4CE8-859C-A97CFCE8884C}"/>
              </a:ext>
            </a:extLst>
          </p:cNvPr>
          <p:cNvSpPr>
            <a:spLocks xmlns:a="http://schemas.openxmlformats.org/drawingml/2006/main" noGrp="1"/>
          </p:cNvSpPr>
          <p:nvPr/>
        </p:nvSpPr>
        <p:spPr>
          <a:xfrm xmlns:a="http://schemas.openxmlformats.org/drawingml/2006/main">
            <a:off x="723900" y="495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4 · 24:00</a:t>
            </a:r>
          </a:p>
        </p:txBody>
      </p:sp>
      <p:sp>
        <p:nvSpPr>
          <p:cNvPr id="3" name="title">
            <a:extLst xmlns:a="http://schemas.openxmlformats.org/drawingml/2006/main">
              <a:ext uri="{FF2B5EF4-FFF2-40B4-BE49-F238E27FC236}">
                <a16:creationId xmlns:a16="http://schemas.microsoft.com/office/drawing/2014/main" id="{B69531DA-6E05-4BE3-B3A4-FF027BB402CB}"/>
              </a:ext>
            </a:extLst>
          </p:cNvPr>
          <p:cNvSpPr>
            <a:spLocks xmlns:a="http://schemas.openxmlformats.org/drawingml/2006/main" noGrp="1"/>
          </p:cNvSpPr>
          <p:nvPr/>
        </p:nvSpPr>
        <p:spPr>
          <a:xfrm xmlns:a="http://schemas.openxmlformats.org/drawingml/2006/main">
            <a:off x="723900" y="95250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Administrar también significa actualizar y eliminar</a:t>
            </a:r>
          </a:p>
        </p:txBody>
      </p:sp>
      <p:sp>
        <p:nvSpPr>
          <p:cNvPr id="4" name="body">
            <a:extLst xmlns:a="http://schemas.openxmlformats.org/drawingml/2006/main">
              <a:ext uri="{FF2B5EF4-FFF2-40B4-BE49-F238E27FC236}">
                <a16:creationId xmlns:a16="http://schemas.microsoft.com/office/drawing/2014/main" id="{E168EC64-993C-4E3E-8996-83E1B233C8B6}"/>
              </a:ext>
            </a:extLst>
          </p:cNvPr>
          <p:cNvSpPr>
            <a:spLocks xmlns:a="http://schemas.openxmlformats.org/drawingml/2006/main" noGrp="1"/>
          </p:cNvSpPr>
          <p:nvPr/>
        </p:nvSpPr>
        <p:spPr>
          <a:xfrm xmlns:a="http://schemas.openxmlformats.org/drawingml/2006/main">
            <a:off x="723900" y="2238375"/>
            <a:ext cx="1028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Nombre · versión · fecha de prueba · uso previsto · espacio · decisión de conservación</a:t>
            </a:r>
          </a:p>
        </p:txBody>
      </p:sp>
      <p:sp>
        <p:nvSpPr>
          <p:cNvPr id="5" name="footer">
            <a:extLst xmlns:a="http://schemas.openxmlformats.org/drawingml/2006/main">
              <a:ext uri="{FF2B5EF4-FFF2-40B4-BE49-F238E27FC236}">
                <a16:creationId xmlns:a16="http://schemas.microsoft.com/office/drawing/2014/main" id="{8963B38B-8533-4408-AD1B-39066F4D320A}"/>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B131D53A-16D0-4DE9-9239-56AED9456A75}"/>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07</a:t>
            </a:r>
          </a:p>
        </p:txBody>
      </p:sp>
    </p:spTree>
    <p:extLst>
      <p:ext uri="{BB962C8B-B14F-4D97-AF65-F5344CB8AC3E}">
        <p14:creationId xmlns:p14="http://schemas.microsoft.com/office/powerpoint/2010/main" val="703656086"/>
      </p:ext>
    </p:extLst>
  </p:cSld>
</p:sld>
</file>

<file path=ppt/slides/slide8.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A18DB54C-B26D-4904-89B0-90F38D4BD936}"/>
              </a:ext>
            </a:extLst>
          </p:cNvPr>
          <p:cNvSpPr>
            <a:spLocks xmlns:a="http://schemas.openxmlformats.org/drawingml/2006/main" noGrp="1"/>
          </p:cNvSpPr>
          <p:nvPr/>
        </p:nvSpPr>
        <p:spPr>
          <a:xfrm xmlns:a="http://schemas.openxmlformats.org/drawingml/2006/main">
            <a:off x="723900" y="4572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FB98F"/>
                </a:solidFill>
              </a:defRPr>
            </a:pPr>
            <a:r>
              <a:rPr sz="1200" b="1">
                <a:solidFill>
                  <a:srgbClr val="6FB98F"/>
                </a:solidFill>
              </a:rPr>
              <a:t>BLOQUE 4 · 26:00</a:t>
            </a:r>
          </a:p>
        </p:txBody>
      </p:sp>
      <p:sp>
        <p:nvSpPr>
          <p:cNvPr id="2" name="title">
            <a:extLst xmlns:a="http://schemas.openxmlformats.org/drawingml/2006/main">
              <a:ext uri="{FF2B5EF4-FFF2-40B4-BE49-F238E27FC236}">
                <a16:creationId xmlns:a16="http://schemas.microsoft.com/office/drawing/2014/main" id="{D98B8A28-4E6B-410A-A1FC-A4F8C5D834AB}"/>
              </a:ext>
            </a:extLst>
          </p:cNvPr>
          <p:cNvSpPr>
            <a:spLocks xmlns:a="http://schemas.openxmlformats.org/drawingml/2006/main" noGrp="1"/>
          </p:cNvSpPr>
          <p:nvPr/>
        </p:nvSpPr>
        <p:spPr>
          <a:xfrm xmlns:a="http://schemas.openxmlformats.org/drawingml/2006/main">
            <a:off x="723900" y="10001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El modo avión prueba una ejecución, no toda la privacidad</a:t>
            </a:r>
          </a:p>
        </p:txBody>
      </p:sp>
      <p:sp>
        <p:nvSpPr>
          <p:cNvPr id="3" name="">
            <a:extLst xmlns:a="http://schemas.openxmlformats.org/drawingml/2006/main">
              <a:ext uri="{FF2B5EF4-FFF2-40B4-BE49-F238E27FC236}">
                <a16:creationId xmlns:a16="http://schemas.microsoft.com/office/drawing/2014/main" id="{9A989713-E03C-4032-933A-1D78791A28D4}"/>
              </a:ext>
            </a:extLst>
          </p:cNvPr>
          <p:cNvSpPr>
            <a:spLocks xmlns:a="http://schemas.openxmlformats.org/drawingml/2006/main" noGrp="1"/>
          </p:cNvSpPr>
          <p:nvPr/>
        </p:nvSpPr>
        <p:spPr>
          <a:xfrm xmlns:a="http://schemas.openxmlformats.org/drawingml/2006/main">
            <a:off x="723900" y="2000250"/>
            <a:ext cx="1428750" cy="571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4" name="body">
            <a:extLst xmlns:a="http://schemas.openxmlformats.org/drawingml/2006/main">
              <a:ext uri="{FF2B5EF4-FFF2-40B4-BE49-F238E27FC236}">
                <a16:creationId xmlns:a16="http://schemas.microsoft.com/office/drawing/2014/main" id="{79B8A786-DB26-4229-A57C-3111F9905616}"/>
              </a:ext>
            </a:extLst>
          </p:cNvPr>
          <p:cNvSpPr>
            <a:spLocks xmlns:a="http://schemas.openxmlformats.org/drawingml/2006/main" noGrp="1"/>
          </p:cNvSpPr>
          <p:nvPr/>
        </p:nvSpPr>
        <p:spPr>
          <a:xfrm xmlns:a="http://schemas.openxmlformats.org/drawingml/2006/main">
            <a:off x="723900" y="238125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0">
                <a:solidFill>
                  <a:srgbClr val="FFFFFF"/>
                </a:solidFill>
              </a:defRPr>
            </a:pPr>
            <a:r>
              <a:rPr sz="2475" b="0">
                <a:solidFill>
                  <a:srgbClr val="FFFFFF"/>
                </a:solidFill>
              </a:rPr>
              <a:t>Proteja el dispositivo · revise permisos · controle archivos · verifique telemetría · actualice aplicaciones</a:t>
            </a:r>
          </a:p>
        </p:txBody>
      </p:sp>
      <p:sp>
        <p:nvSpPr>
          <p:cNvPr id="5" name="footer">
            <a:extLst xmlns:a="http://schemas.openxmlformats.org/drawingml/2006/main">
              <a:ext uri="{FF2B5EF4-FFF2-40B4-BE49-F238E27FC236}">
                <a16:creationId xmlns:a16="http://schemas.microsoft.com/office/drawing/2014/main" id="{250A9949-BC21-4FF4-BF0A-48E4D4ED3DE8}"/>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53FE3487-63CE-4AEE-88B0-B34EF4601FC8}"/>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08</a:t>
            </a:r>
          </a:p>
        </p:txBody>
      </p:sp>
    </p:spTree>
    <p:extLst>
      <p:ext uri="{BB962C8B-B14F-4D97-AF65-F5344CB8AC3E}">
        <p14:creationId xmlns:p14="http://schemas.microsoft.com/office/powerpoint/2010/main" val="930178805"/>
      </p:ext>
    </p:extLst>
  </p:cSld>
</p:sld>
</file>

<file path=ppt/slides/slide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4F1CA2-462F-4E12-AB7B-044E602F189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3185DB8F-0D4A-4D13-A238-D9C1120411EF}"/>
              </a:ext>
            </a:extLst>
          </p:cNvPr>
          <p:cNvSpPr>
            <a:spLocks xmlns:a="http://schemas.openxmlformats.org/drawingml/2006/main" noGrp="1"/>
          </p:cNvSpPr>
          <p:nvPr/>
        </p:nvSpPr>
        <p:spPr>
          <a:xfrm xmlns:a="http://schemas.openxmlformats.org/drawingml/2006/main">
            <a:off x="723900" y="4953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4 · 28:00</a:t>
            </a:r>
          </a:p>
        </p:txBody>
      </p:sp>
      <p:sp>
        <p:nvSpPr>
          <p:cNvPr id="3" name="title">
            <a:extLst xmlns:a="http://schemas.openxmlformats.org/drawingml/2006/main">
              <a:ext uri="{FF2B5EF4-FFF2-40B4-BE49-F238E27FC236}">
                <a16:creationId xmlns:a16="http://schemas.microsoft.com/office/drawing/2014/main" id="{BFCEEAA2-A156-4750-8956-748FF6BFBF6F}"/>
              </a:ext>
            </a:extLst>
          </p:cNvPr>
          <p:cNvSpPr>
            <a:spLocks xmlns:a="http://schemas.openxmlformats.org/drawingml/2006/main" noGrp="1"/>
          </p:cNvSpPr>
          <p:nvPr/>
        </p:nvSpPr>
        <p:spPr>
          <a:xfrm xmlns:a="http://schemas.openxmlformats.org/drawingml/2006/main">
            <a:off x="723900" y="1000125"/>
            <a:ext cx="723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LESCO, portugués y francés requieren rutas distintas</a:t>
            </a:r>
          </a:p>
        </p:txBody>
      </p:sp>
      <p:sp>
        <p:nvSpPr>
          <p:cNvPr id="4" name="body">
            <a:extLst xmlns:a="http://schemas.openxmlformats.org/drawingml/2006/main">
              <a:ext uri="{FF2B5EF4-FFF2-40B4-BE49-F238E27FC236}">
                <a16:creationId xmlns:a16="http://schemas.microsoft.com/office/drawing/2014/main" id="{6D612D88-2023-4174-824C-B40C994407B1}"/>
              </a:ext>
            </a:extLst>
          </p:cNvPr>
          <p:cNvSpPr>
            <a:spLocks xmlns:a="http://schemas.openxmlformats.org/drawingml/2006/main" noGrp="1"/>
          </p:cNvSpPr>
          <p:nvPr/>
        </p:nvSpPr>
        <p:spPr>
          <a:xfrm xmlns:a="http://schemas.openxmlformats.org/drawingml/2006/main">
            <a:off x="4000500" y="2381250"/>
            <a:ext cx="7143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LESCO: apoyo escrito, no evaluación lingüística</a:t>
            </a:r>
          </a:p>
          <a:p xmlns:a="http://schemas.openxmlformats.org/drawingml/2006/main">
            <a:pPr algn="l">
              <a:defRPr sz="2400" b="0">
                <a:solidFill>
                  <a:srgbClr val="17242E"/>
                </a:solidFill>
              </a:defRPr>
            </a:pPr>
            <a:r>
              <a:rPr sz="2400" b="0">
                <a:solidFill>
                  <a:srgbClr val="17242E"/>
                </a:solidFill>
              </a:rPr>
              <a:t>Portugués y francés: especifique variedad, registro y nivel</a:t>
            </a:r>
          </a:p>
        </p:txBody>
      </p:sp>
      <p:sp>
        <p:nvSpPr>
          <p:cNvPr id="5" name="">
            <a:extLst xmlns:a="http://schemas.openxmlformats.org/drawingml/2006/main">
              <a:ext uri="{FF2B5EF4-FFF2-40B4-BE49-F238E27FC236}">
                <a16:creationId xmlns:a16="http://schemas.microsoft.com/office/drawing/2014/main" id="{76ADDDF2-5FB9-4A03-A798-9569DA18641C}"/>
              </a:ext>
            </a:extLst>
          </p:cNvPr>
          <p:cNvSpPr>
            <a:spLocks xmlns:a="http://schemas.openxmlformats.org/drawingml/2006/main" noGrp="1"/>
          </p:cNvSpPr>
          <p:nvPr/>
        </p:nvSpPr>
        <p:spPr>
          <a:xfrm xmlns:a="http://schemas.openxmlformats.org/drawingml/2006/main">
            <a:off x="723900" y="2381250"/>
            <a:ext cx="2667000" cy="266700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E8095CF7-9F14-4663-8C80-39FF5D39163B}"/>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7" name="number">
            <a:extLst xmlns:a="http://schemas.openxmlformats.org/drawingml/2006/main">
              <a:ext uri="{FF2B5EF4-FFF2-40B4-BE49-F238E27FC236}">
                <a16:creationId xmlns:a16="http://schemas.microsoft.com/office/drawing/2014/main" id="{1D707D35-C7F0-435D-AD3C-FF571D310051}"/>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09</a:t>
            </a:r>
          </a:p>
        </p:txBody>
      </p:sp>
    </p:spTree>
    <p:extLst>
      <p:ext uri="{BB962C8B-B14F-4D97-AF65-F5344CB8AC3E}">
        <p14:creationId xmlns:p14="http://schemas.microsoft.com/office/powerpoint/2010/main" val="300447518"/>
      </p:ext>
    </p:extLst>
  </p:cSld>
</p:sld>
</file>

<file path=ppt/slides/slide10.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E4DC42-91DA-4DBD-B2A6-2E22D7927CFB}"/>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16F34A07-888B-4922-8191-8E630FDAF557}"/>
              </a:ext>
            </a:extLst>
          </p:cNvPr>
          <p:cNvSpPr>
            <a:spLocks xmlns:a="http://schemas.openxmlformats.org/drawingml/2006/main" noGrp="1"/>
          </p:cNvSpPr>
          <p:nvPr/>
        </p:nvSpPr>
        <p:spPr>
          <a:xfrm xmlns:a="http://schemas.openxmlformats.org/drawingml/2006/main">
            <a:off x="723900" y="495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4 · 29:00</a:t>
            </a:r>
          </a:p>
        </p:txBody>
      </p:sp>
      <p:sp>
        <p:nvSpPr>
          <p:cNvPr id="3" name="title">
            <a:extLst xmlns:a="http://schemas.openxmlformats.org/drawingml/2006/main">
              <a:ext uri="{FF2B5EF4-FFF2-40B4-BE49-F238E27FC236}">
                <a16:creationId xmlns:a16="http://schemas.microsoft.com/office/drawing/2014/main" id="{B03995CF-B7E1-4596-9426-591E3464791F}"/>
              </a:ext>
            </a:extLst>
          </p:cNvPr>
          <p:cNvSpPr>
            <a:spLocks xmlns:a="http://schemas.openxmlformats.org/drawingml/2006/main" noGrp="1"/>
          </p:cNvSpPr>
          <p:nvPr/>
        </p:nvSpPr>
        <p:spPr>
          <a:xfrm xmlns:a="http://schemas.openxmlformats.org/drawingml/2006/main">
            <a:off x="723900" y="95250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Usted puede gestionar el modelo, no solo consumirlo</a:t>
            </a:r>
          </a:p>
        </p:txBody>
      </p:sp>
      <p:sp>
        <p:nvSpPr>
          <p:cNvPr id="4" name="body">
            <a:extLst xmlns:a="http://schemas.openxmlformats.org/drawingml/2006/main">
              <a:ext uri="{FF2B5EF4-FFF2-40B4-BE49-F238E27FC236}">
                <a16:creationId xmlns:a16="http://schemas.microsoft.com/office/drawing/2014/main" id="{598CE716-9DAD-49B8-A4F6-FE05ADEB36BC}"/>
              </a:ext>
            </a:extLst>
          </p:cNvPr>
          <p:cNvSpPr>
            <a:spLocks xmlns:a="http://schemas.openxmlformats.org/drawingml/2006/main" noGrp="1"/>
          </p:cNvSpPr>
          <p:nvPr/>
        </p:nvSpPr>
        <p:spPr>
          <a:xfrm xmlns:a="http://schemas.openxmlformats.org/drawingml/2006/main">
            <a:off x="723900" y="2238375"/>
            <a:ext cx="1028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Elija por tarea · documente versión · pruebe · compare · conserve o elimine</a:t>
            </a:r>
          </a:p>
        </p:txBody>
      </p:sp>
      <p:sp>
        <p:nvSpPr>
          <p:cNvPr id="5" name="footer">
            <a:extLst xmlns:a="http://schemas.openxmlformats.org/drawingml/2006/main">
              <a:ext uri="{FF2B5EF4-FFF2-40B4-BE49-F238E27FC236}">
                <a16:creationId xmlns:a16="http://schemas.microsoft.com/office/drawing/2014/main" id="{63B3C36D-50B4-411E-BE4F-445B8C64201E}"/>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D1E4B169-157D-4D82-93FA-03B82A3F1202}"/>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10</a:t>
            </a:r>
          </a:p>
        </p:txBody>
      </p:sp>
    </p:spTree>
    <p:extLst>
      <p:ext uri="{BB962C8B-B14F-4D97-AF65-F5344CB8AC3E}">
        <p14:creationId xmlns:p14="http://schemas.microsoft.com/office/powerpoint/2010/main" val="5746695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2026-08-28T15:52:10.2980000Z</dcterms:created>
  <dcterms:modified xsi:type="dcterms:W3CDTF">2026-08-28T15:52:10.2980000Z</dcterms:modified>
</coreProperties>
</file>